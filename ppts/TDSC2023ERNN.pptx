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22">
            <a:extLst>
              <a:ext uri="{FF2B5EF4-FFF2-40B4-BE49-F238E27FC236}">
                <a16:creationId xmlns:a16="http://schemas.microsoft.com/office/drawing/2014/main" id="{4ED7B731-6F78-444F-8E0A-E88B249C6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" t="666" b="436"/>
          <a:stretch>
            <a:fillRect/>
          </a:stretch>
        </p:blipFill>
        <p:spPr>
          <a:xfrm>
            <a:off x="548795" y="2443313"/>
            <a:ext cx="6057785" cy="261300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639E83B4-3F9E-4F7F-9C78-52CF2D8E1F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496"/>
          <a:stretch/>
        </p:blipFill>
        <p:spPr>
          <a:xfrm>
            <a:off x="6846571" y="2393426"/>
            <a:ext cx="4789984" cy="2299028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572464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针对动态网络的鲁棒模型设计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15383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考虑网络诱发（丢包、乱序、重传等）现象的存在，将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RNN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推理与有限状态自动机结合，设计一种鲁棒的神经网络模型。通过有限状态机维护状态，在训练时模拟丢包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乱序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重传等。</a:t>
            </a:r>
          </a:p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32834" y="5913852"/>
            <a:ext cx="11398805" cy="389558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针对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不同拓扑、不同带宽条件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下的压力测试，面临不同概率的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丢包重传乱序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，实现鲁棒的流量分析</a:t>
            </a: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对非平稳网络的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鲁棒性设计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，适配丢包重传乱序等现象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345595" y="6400608"/>
            <a:ext cx="11398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ERNN：Error-resilient RNN for Encrypted Traffic Classification towards Network-induced Phenomena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.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TDSC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2023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期刊）</a:t>
            </a:r>
            <a:endParaRPr lang="zh-CN" altLang="en-US" sz="1400" i="1" dirty="0">
              <a:solidFill>
                <a:srgbClr val="000000"/>
              </a:solidFill>
              <a:latin typeface="Arial"/>
              <a:ea typeface="黑体" panose="02010609060101010101" charset="-122"/>
            </a:endParaRPr>
          </a:p>
        </p:txBody>
      </p:sp>
      <p:sp>
        <p:nvSpPr>
          <p:cNvPr id="59" name="文本框 19">
            <a:extLst>
              <a:ext uri="{FF2B5EF4-FFF2-40B4-BE49-F238E27FC236}">
                <a16:creationId xmlns:a16="http://schemas.microsoft.com/office/drawing/2014/main" id="{268409AB-EB13-4D06-972C-008FFFB86C8C}"/>
              </a:ext>
            </a:extLst>
          </p:cNvPr>
          <p:cNvSpPr txBox="1"/>
          <p:nvPr/>
        </p:nvSpPr>
        <p:spPr>
          <a:xfrm>
            <a:off x="2310721" y="5051071"/>
            <a:ext cx="25339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有限状态自动机模拟丢包、重传、乱序现象</a:t>
            </a:r>
          </a:p>
        </p:txBody>
      </p:sp>
      <p:pic>
        <p:nvPicPr>
          <p:cNvPr id="58" name="Picture 13">
            <a:extLst>
              <a:ext uri="{FF2B5EF4-FFF2-40B4-BE49-F238E27FC236}">
                <a16:creationId xmlns:a16="http://schemas.microsoft.com/office/drawing/2014/main" id="{3CE1B1D6-B19A-4307-BA63-68AB93C5E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028" y="4663623"/>
            <a:ext cx="2652983" cy="1089531"/>
          </a:xfrm>
          <a:prstGeom prst="rect">
            <a:avLst/>
          </a:prstGeom>
        </p:spPr>
      </p:pic>
      <p:sp>
        <p:nvSpPr>
          <p:cNvPr id="62" name="文本框 19">
            <a:extLst>
              <a:ext uri="{FF2B5EF4-FFF2-40B4-BE49-F238E27FC236}">
                <a16:creationId xmlns:a16="http://schemas.microsoft.com/office/drawing/2014/main" id="{933D89F4-62CE-48CA-AC7A-E7EEC4E26ADB}"/>
              </a:ext>
            </a:extLst>
          </p:cNvPr>
          <p:cNvSpPr txBox="1"/>
          <p:nvPr/>
        </p:nvSpPr>
        <p:spPr>
          <a:xfrm>
            <a:off x="8208686" y="4792889"/>
            <a:ext cx="25339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在循环神经网络的训练过程中，引入会话门，模拟各种网络诱发现象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10</cp:revision>
  <dcterms:created xsi:type="dcterms:W3CDTF">2026-05-19T12:30:22Z</dcterms:created>
  <dcterms:modified xsi:type="dcterms:W3CDTF">2026-05-19T14:42:28Z</dcterms:modified>
</cp:coreProperties>
</file>