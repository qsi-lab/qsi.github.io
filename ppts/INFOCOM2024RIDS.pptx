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k object 19">
            <a:extLst>
              <a:ext uri="{FF2B5EF4-FFF2-40B4-BE49-F238E27FC236}">
                <a16:creationId xmlns:a16="http://schemas.microsoft.com/office/drawing/2014/main" id="{B5F6440E-730A-4370-935F-4F96C78687B3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1" name="bk object 18">
            <a:extLst>
              <a:ext uri="{FF2B5EF4-FFF2-40B4-BE49-F238E27FC236}">
                <a16:creationId xmlns:a16="http://schemas.microsoft.com/office/drawing/2014/main" id="{A47CF2AB-2944-46CA-8595-C088350D20AD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C3FE43F-ABA0-4126-9290-EAB7A7ADE724}"/>
              </a:ext>
            </a:extLst>
          </p:cNvPr>
          <p:cNvSpPr txBox="1"/>
          <p:nvPr/>
        </p:nvSpPr>
        <p:spPr>
          <a:xfrm>
            <a:off x="1402916" y="115558"/>
            <a:ext cx="6032421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kern="100" dirty="0">
                <a:solidFill>
                  <a:prstClr val="black"/>
                </a:solidFill>
                <a:latin typeface="Arial"/>
                <a:ea typeface="微软雅黑"/>
                <a:cs typeface="+mn-ea"/>
                <a:sym typeface="+mn-ea"/>
              </a:rPr>
              <a:t>支持软硬件优化的网络通信技术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文本框 4">
            <a:extLst>
              <a:ext uri="{FF2B5EF4-FFF2-40B4-BE49-F238E27FC236}">
                <a16:creationId xmlns:a16="http://schemas.microsoft.com/office/drawing/2014/main" id="{AA669385-76C5-45B4-9BD8-A619FBA7AEF8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64" name="矩形: 圆角 28">
            <a:extLst>
              <a:ext uri="{FF2B5EF4-FFF2-40B4-BE49-F238E27FC236}">
                <a16:creationId xmlns:a16="http://schemas.microsoft.com/office/drawing/2014/main" id="{1C91698A-B27F-43B3-94BA-05617E57CE6A}"/>
              </a:ext>
            </a:extLst>
          </p:cNvPr>
          <p:cNvSpPr/>
          <p:nvPr/>
        </p:nvSpPr>
        <p:spPr>
          <a:xfrm>
            <a:off x="345874" y="1426145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65" name="文本框 7">
            <a:extLst>
              <a:ext uri="{FF2B5EF4-FFF2-40B4-BE49-F238E27FC236}">
                <a16:creationId xmlns:a16="http://schemas.microsoft.com/office/drawing/2014/main" id="{0E5B4156-57C5-4468-A6D1-129718DBC9AE}"/>
              </a:ext>
            </a:extLst>
          </p:cNvPr>
          <p:cNvSpPr txBox="1"/>
          <p:nvPr/>
        </p:nvSpPr>
        <p:spPr>
          <a:xfrm>
            <a:off x="522339" y="1504738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DNN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模型是非凸的且非线性的，其推理过程涉及大量矩阵乘法计算，但数据平面计算能力受限。设计一种硬件的协同设计方法，将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DNN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卸载到可编程交换机数据平面中，实现网内模型部署。</a:t>
            </a:r>
          </a:p>
        </p:txBody>
      </p:sp>
      <p:grpSp>
        <p:nvGrpSpPr>
          <p:cNvPr id="66" name="组合 16">
            <a:extLst>
              <a:ext uri="{FF2B5EF4-FFF2-40B4-BE49-F238E27FC236}">
                <a16:creationId xmlns:a16="http://schemas.microsoft.com/office/drawing/2014/main" id="{E7CD234E-1C7D-41DB-8E8C-A0A84A0D0CBA}"/>
              </a:ext>
            </a:extLst>
          </p:cNvPr>
          <p:cNvGrpSpPr/>
          <p:nvPr/>
        </p:nvGrpSpPr>
        <p:grpSpPr>
          <a:xfrm>
            <a:off x="1537700" y="5325079"/>
            <a:ext cx="10276419" cy="338554"/>
            <a:chOff x="1896096" y="5069858"/>
            <a:chExt cx="8570319" cy="338554"/>
          </a:xfrm>
        </p:grpSpPr>
        <p:sp>
          <p:nvSpPr>
            <p:cNvPr id="67" name="文本框 19">
              <a:extLst>
                <a:ext uri="{FF2B5EF4-FFF2-40B4-BE49-F238E27FC236}">
                  <a16:creationId xmlns:a16="http://schemas.microsoft.com/office/drawing/2014/main" id="{6D822897-5B6C-4597-B04B-B1C0D68DEB2B}"/>
                </a:ext>
              </a:extLst>
            </p:cNvPr>
            <p:cNvSpPr txBox="1"/>
            <p:nvPr/>
          </p:nvSpPr>
          <p:spPr>
            <a:xfrm>
              <a:off x="1896096" y="5069858"/>
              <a:ext cx="319125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可编程交换机的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ML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模型部署架构</a:t>
              </a:r>
              <a:endParaRPr lang="zh-CN" altLang="en-US" sz="1600" dirty="0">
                <a:solidFill>
                  <a:prstClr val="black"/>
                </a:solidFill>
                <a:latin typeface="Arial"/>
                <a:ea typeface="微软雅黑"/>
              </a:endParaRPr>
            </a:p>
          </p:txBody>
        </p:sp>
        <p:sp>
          <p:nvSpPr>
            <p:cNvPr id="68" name="文本框 20">
              <a:extLst>
                <a:ext uri="{FF2B5EF4-FFF2-40B4-BE49-F238E27FC236}">
                  <a16:creationId xmlns:a16="http://schemas.microsoft.com/office/drawing/2014/main" id="{2630392D-D231-42EA-8771-7D909C882552}"/>
                </a:ext>
              </a:extLst>
            </p:cNvPr>
            <p:cNvSpPr txBox="1"/>
            <p:nvPr/>
          </p:nvSpPr>
          <p:spPr>
            <a:xfrm>
              <a:off x="6522221" y="5069858"/>
              <a:ext cx="394419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系统目标：同时满足分析能力需求、高性能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带宽</a:t>
              </a:r>
            </a:p>
          </p:txBody>
        </p:sp>
      </p:grpSp>
      <p:sp>
        <p:nvSpPr>
          <p:cNvPr id="69" name="矩形 18">
            <a:extLst>
              <a:ext uri="{FF2B5EF4-FFF2-40B4-BE49-F238E27FC236}">
                <a16:creationId xmlns:a16="http://schemas.microsoft.com/office/drawing/2014/main" id="{A20766A6-0472-49ED-8C06-6B3898D7DAE9}"/>
              </a:ext>
            </a:extLst>
          </p:cNvPr>
          <p:cNvSpPr/>
          <p:nvPr/>
        </p:nvSpPr>
        <p:spPr>
          <a:xfrm>
            <a:off x="345595" y="5801776"/>
            <a:ext cx="11217924" cy="403141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结合实时特征提取，设计三元矩阵的矩阵运算转换，硬件激活，状态表解耦等组件，实现每个端口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100Gbps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纳秒级时延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。</a:t>
            </a:r>
          </a:p>
        </p:txBody>
      </p:sp>
      <p:pic>
        <p:nvPicPr>
          <p:cNvPr id="70" name="图片 47">
            <a:extLst>
              <a:ext uri="{FF2B5EF4-FFF2-40B4-BE49-F238E27FC236}">
                <a16:creationId xmlns:a16="http://schemas.microsoft.com/office/drawing/2014/main" id="{2D625ED6-342B-411D-921B-8D94754A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60" y="2657173"/>
            <a:ext cx="5527422" cy="252044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" name="图片 50">
            <a:extLst>
              <a:ext uri="{FF2B5EF4-FFF2-40B4-BE49-F238E27FC236}">
                <a16:creationId xmlns:a16="http://schemas.microsoft.com/office/drawing/2014/main" id="{DDE7CE32-9685-447B-8FA3-011D0921A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711" y="2660176"/>
            <a:ext cx="4015469" cy="2518972"/>
          </a:xfrm>
          <a:prstGeom prst="rect">
            <a:avLst/>
          </a:prstGeom>
        </p:spPr>
      </p:pic>
      <p:sp>
        <p:nvSpPr>
          <p:cNvPr id="72" name="任意多边形: 形状 70">
            <a:extLst>
              <a:ext uri="{FF2B5EF4-FFF2-40B4-BE49-F238E27FC236}">
                <a16:creationId xmlns:a16="http://schemas.microsoft.com/office/drawing/2014/main" id="{FD18FEA3-52FF-421B-9C48-9365D692638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2013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硬件层面：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基于可编程交换机的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DNN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模型部署</a:t>
            </a:r>
          </a:p>
        </p:txBody>
      </p:sp>
      <p:sp>
        <p:nvSpPr>
          <p:cNvPr id="73" name="文本框 48">
            <a:extLst>
              <a:ext uri="{FF2B5EF4-FFF2-40B4-BE49-F238E27FC236}">
                <a16:creationId xmlns:a16="http://schemas.microsoft.com/office/drawing/2014/main" id="{0AAF4AF3-7212-45D7-BFAA-F44DC5FB90B9}"/>
              </a:ext>
            </a:extLst>
          </p:cNvPr>
          <p:cNvSpPr txBox="1"/>
          <p:nvPr/>
        </p:nvSpPr>
        <p:spPr>
          <a:xfrm>
            <a:off x="243995" y="6268536"/>
            <a:ext cx="11746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RIDS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：Towards Advanced Intrusion Detections via RNN Model and Network Dataplane Co-designed Approaches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.</a:t>
            </a:r>
            <a:r>
              <a:rPr lang="zh-CN" altLang="en-US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INFOCOM 2024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CCF-A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会议）</a:t>
            </a:r>
            <a:endParaRPr lang="en-US" altLang="zh-CN" sz="1400" i="1" dirty="0">
              <a:solidFill>
                <a:srgbClr val="FF0000"/>
              </a:solidFill>
              <a:latin typeface="Arial"/>
              <a:ea typeface="黑体" panose="02010609060101010101" charset="-122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51B1EA8-2F6D-4782-B919-4EC7DB1C2601}"/>
              </a:ext>
            </a:extLst>
          </p:cNvPr>
          <p:cNvSpPr/>
          <p:nvPr/>
        </p:nvSpPr>
        <p:spPr>
          <a:xfrm>
            <a:off x="10214344" y="2581646"/>
            <a:ext cx="1172984" cy="827901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3</cp:revision>
  <dcterms:created xsi:type="dcterms:W3CDTF">2026-05-19T12:30:22Z</dcterms:created>
  <dcterms:modified xsi:type="dcterms:W3CDTF">2026-05-19T12:36:33Z</dcterms:modified>
</cp:coreProperties>
</file>