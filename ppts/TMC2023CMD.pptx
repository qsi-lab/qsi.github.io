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5654112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IoT 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恶意软件检测与跨域取证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32834" y="5854102"/>
            <a:ext cx="11398805" cy="603848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CMD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IoT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恶意流量检测中达到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99.88% F1-score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，优于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种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SOTA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方法；在攻击者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杀死监控进程或篡改日志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的情况下，仍可恢复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96.88%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的操作命令，同时对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IoT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设备引入零延迟、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CPU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开销可忽略，单个恶意样本日志额外空间约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0.2 MB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融合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网络流量与硬件侧信道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IoT 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恶意软件检测取证系统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32834" y="6464108"/>
            <a:ext cx="1159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CMD: Co-analyzed IoT Malware Detection and Forensics via Network and Hardware Domains 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TMC 2023,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期刊）</a:t>
            </a: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F851F652-D5A5-417A-BBBB-EF142C5F73DB}"/>
              </a:ext>
            </a:extLst>
          </p:cNvPr>
          <p:cNvSpPr txBox="1"/>
          <p:nvPr/>
        </p:nvSpPr>
        <p:spPr>
          <a:xfrm>
            <a:off x="6311519" y="2564053"/>
            <a:ext cx="5975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追踪恶意软件的多阶段生命周期</a:t>
            </a:r>
          </a:p>
        </p:txBody>
      </p:sp>
      <p:sp>
        <p:nvSpPr>
          <p:cNvPr id="27" name="文本框 19">
            <a:extLst>
              <a:ext uri="{FF2B5EF4-FFF2-40B4-BE49-F238E27FC236}">
                <a16:creationId xmlns:a16="http://schemas.microsoft.com/office/drawing/2014/main" id="{6D018D67-E621-4E65-9DC5-54BDA0B31C64}"/>
              </a:ext>
            </a:extLst>
          </p:cNvPr>
          <p:cNvSpPr txBox="1"/>
          <p:nvPr/>
        </p:nvSpPr>
        <p:spPr>
          <a:xfrm>
            <a:off x="5394210" y="3012217"/>
            <a:ext cx="6376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网络流量检测与硬件轨迹取证协同分析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158A1B6-776B-4850-96D3-B7B57303C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34" y="2609346"/>
            <a:ext cx="4804650" cy="302581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15B5085-AD4D-4F7C-8BD9-F0282FA2F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014" y="2407075"/>
            <a:ext cx="4689937" cy="23145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14F8EDE-08B9-476D-A369-03B905B82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6697" y="4675487"/>
            <a:ext cx="1814832" cy="109398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888715D-C246-4017-8DA8-2F4E6F600C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0" y="4696806"/>
            <a:ext cx="1402720" cy="1072668"/>
          </a:xfrm>
          <a:prstGeom prst="rect">
            <a:avLst/>
          </a:prstGeom>
        </p:spPr>
      </p:pic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现有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IoT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恶意软件检测通常分为网络侧或主机侧：网络侧难以捕获跨源流量的上下文语义，主机侧日志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监控易被攻击者感知或篡改，单一视角难以完整追踪恶意软件的多阶段生命周期。</a:t>
            </a:r>
          </a:p>
        </p:txBody>
      </p:sp>
      <p:sp>
        <p:nvSpPr>
          <p:cNvPr id="21" name="文本框 19">
            <a:extLst>
              <a:ext uri="{FF2B5EF4-FFF2-40B4-BE49-F238E27FC236}">
                <a16:creationId xmlns:a16="http://schemas.microsoft.com/office/drawing/2014/main" id="{8AB882A9-B10F-4585-B6E2-A7DFCEA1E25A}"/>
              </a:ext>
            </a:extLst>
          </p:cNvPr>
          <p:cNvSpPr txBox="1"/>
          <p:nvPr/>
        </p:nvSpPr>
        <p:spPr>
          <a:xfrm>
            <a:off x="6472254" y="4806278"/>
            <a:ext cx="873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硬件域文件操作恢复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181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30</cp:revision>
  <dcterms:created xsi:type="dcterms:W3CDTF">2026-05-19T12:30:22Z</dcterms:created>
  <dcterms:modified xsi:type="dcterms:W3CDTF">2026-05-20T01:38:33Z</dcterms:modified>
</cp:coreProperties>
</file>