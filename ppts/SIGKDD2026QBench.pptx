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4CE46412-75D5-4290-A2FA-DE5F32F75E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68"/>
          <a:stretch/>
        </p:blipFill>
        <p:spPr>
          <a:xfrm>
            <a:off x="270676" y="2994917"/>
            <a:ext cx="5808586" cy="190460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4E443D7-43A6-4ED0-989C-1AD86C1B29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00" t="7397" r="1443"/>
          <a:stretch>
            <a:fillRect/>
          </a:stretch>
        </p:blipFill>
        <p:spPr>
          <a:xfrm>
            <a:off x="553334" y="4917221"/>
            <a:ext cx="5243269" cy="1603795"/>
          </a:xfrm>
          <a:prstGeom prst="rect">
            <a:avLst/>
          </a:prstGeom>
        </p:spPr>
      </p:pic>
      <p:pic>
        <p:nvPicPr>
          <p:cNvPr id="23" name="图片 12">
            <a:extLst>
              <a:ext uri="{FF2B5EF4-FFF2-40B4-BE49-F238E27FC236}">
                <a16:creationId xmlns:a16="http://schemas.microsoft.com/office/drawing/2014/main" id="{C9482175-8274-45FC-A12D-913E8B013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" t="12944" r="2081"/>
          <a:stretch/>
        </p:blipFill>
        <p:spPr>
          <a:xfrm>
            <a:off x="6092463" y="3186488"/>
            <a:ext cx="5694253" cy="1603795"/>
          </a:xfrm>
          <a:prstGeom prst="rect">
            <a:avLst/>
          </a:prstGeom>
        </p:spPr>
      </p:pic>
      <p:pic>
        <p:nvPicPr>
          <p:cNvPr id="24" name="图片 5">
            <a:extLst>
              <a:ext uri="{FF2B5EF4-FFF2-40B4-BE49-F238E27FC236}">
                <a16:creationId xmlns:a16="http://schemas.microsoft.com/office/drawing/2014/main" id="{9AFFFE71-DA86-4448-85BA-6F39C6CFCE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849" t="4126" r="2036" b="9847"/>
          <a:stretch/>
        </p:blipFill>
        <p:spPr>
          <a:xfrm>
            <a:off x="6826155" y="4767786"/>
            <a:ext cx="4226867" cy="1724353"/>
          </a:xfrm>
          <a:prstGeom prst="rect">
            <a:avLst/>
          </a:prstGeom>
        </p:spPr>
      </p:pic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816922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代表成果：量子程序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Bug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数据集与大模型代码修复基准测试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2B156956-26C0-4208-AF1F-E002A5E13BE6}"/>
              </a:ext>
            </a:extLst>
          </p:cNvPr>
          <p:cNvSpPr txBox="1"/>
          <p:nvPr/>
        </p:nvSpPr>
        <p:spPr>
          <a:xfrm>
            <a:off x="493795" y="6533986"/>
            <a:ext cx="7273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Towards Quantum Program Bug Datasets and Benchmarking.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KDD 2025,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会议）</a:t>
            </a:r>
          </a:p>
        </p:txBody>
      </p:sp>
      <p:sp>
        <p:nvSpPr>
          <p:cNvPr id="17" name="矩形: 圆角 28">
            <a:extLst>
              <a:ext uri="{FF2B5EF4-FFF2-40B4-BE49-F238E27FC236}">
                <a16:creationId xmlns:a16="http://schemas.microsoft.com/office/drawing/2014/main" id="{74505166-2DF0-4730-8FC6-00F21F9C8A4A}"/>
              </a:ext>
            </a:extLst>
          </p:cNvPr>
          <p:cNvSpPr/>
          <p:nvPr/>
        </p:nvSpPr>
        <p:spPr>
          <a:xfrm>
            <a:off x="344805" y="1401102"/>
            <a:ext cx="11441911" cy="1540430"/>
          </a:xfrm>
          <a:prstGeom prst="roundRect">
            <a:avLst>
              <a:gd name="adj" fmla="val 3558"/>
            </a:avLst>
          </a:prstGeom>
          <a:solidFill>
            <a:schemeClr val="bg1"/>
          </a:solidFill>
          <a:ln w="6350">
            <a:solidFill>
              <a:srgbClr val="003399">
                <a:alpha val="28000"/>
              </a:srgbClr>
            </a:solidFill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q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首个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SWE-Bench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型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真实量子代码缺陷数据集，全面评测自动化量子代码修复能力（定位、理解、生成、测试）的标准流水线。</a:t>
            </a:r>
            <a:endParaRPr lang="en-US" altLang="zh-CN" sz="2000" b="1" dirty="0">
              <a:solidFill>
                <a:srgbClr val="04418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q"/>
            </a:pP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57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个真实开源量子软件代码库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收集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双轨任务</a:t>
            </a:r>
            <a:r>
              <a:rPr lang="en-US" altLang="zh-CN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量子系统与电路</a:t>
            </a:r>
            <a:r>
              <a:rPr lang="en-US" altLang="zh-CN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端到端基准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520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个实例。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q"/>
            </a:pP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款大语言模型进行大规模端到端评测，结果揭示当前大模型修复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瓶颈在量子概率语义理解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: 形状 70">
            <a:extLst>
              <a:ext uri="{FF2B5EF4-FFF2-40B4-BE49-F238E27FC236}">
                <a16:creationId xmlns:a16="http://schemas.microsoft.com/office/drawing/2014/main" id="{0E02B04D-C075-4177-BE8E-765E215475C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9711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en-US" altLang="zh-CN" sz="24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QBench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：量子程序</a:t>
            </a: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数据集与基准测试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124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黑体</vt:lpstr>
      <vt:lpstr>微软雅黑</vt:lpstr>
      <vt:lpstr>Arial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21</cp:revision>
  <dcterms:created xsi:type="dcterms:W3CDTF">2026-05-19T12:30:22Z</dcterms:created>
  <dcterms:modified xsi:type="dcterms:W3CDTF">2026-08-07T17:53:42Z</dcterms:modified>
</cp:coreProperties>
</file>