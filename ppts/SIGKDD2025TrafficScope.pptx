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36F4EA9-F2DE-4C0B-8D44-5C9BF9E0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894" y="2563417"/>
            <a:ext cx="4317461" cy="27433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7B88A31-28A3-43CB-AB77-A737CE536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95" y="2509387"/>
            <a:ext cx="7031599" cy="2851446"/>
          </a:xfrm>
          <a:prstGeom prst="rect">
            <a:avLst/>
          </a:prstGeom>
        </p:spPr>
      </p:pic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5416868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代表成果：结合上下文语义的流量分析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1" name="矩形: 圆角 28">
            <a:extLst>
              <a:ext uri="{FF2B5EF4-FFF2-40B4-BE49-F238E27FC236}">
                <a16:creationId xmlns:a16="http://schemas.microsoft.com/office/drawing/2014/main" id="{C02080F0-A257-4CAF-9810-F4AEB7B73437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2" name="文本框 7">
            <a:extLst>
              <a:ext uri="{FF2B5EF4-FFF2-40B4-BE49-F238E27FC236}">
                <a16:creationId xmlns:a16="http://schemas.microsoft.com/office/drawing/2014/main" id="{A861E8FF-4019-4A98-B033-E89A78306F1B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流量具有非平稳性和动态性，不同类别具有相似特征。为此，结合上下文语义，提取时域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小波域特征，不仅提取流内特征，还进一步建模流量的上下文信息，以形成更全面的表示。</a:t>
            </a:r>
          </a:p>
        </p:txBody>
      </p:sp>
      <p:sp>
        <p:nvSpPr>
          <p:cNvPr id="43" name="文本框 19">
            <a:extLst>
              <a:ext uri="{FF2B5EF4-FFF2-40B4-BE49-F238E27FC236}">
                <a16:creationId xmlns:a16="http://schemas.microsoft.com/office/drawing/2014/main" id="{F51242CF-4517-40ED-BC87-84A3AE27FB94}"/>
              </a:ext>
            </a:extLst>
          </p:cNvPr>
          <p:cNvSpPr txBox="1"/>
          <p:nvPr/>
        </p:nvSpPr>
        <p:spPr>
          <a:xfrm>
            <a:off x="1736414" y="5396606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上下文语义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频域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18">
            <a:extLst>
              <a:ext uri="{FF2B5EF4-FFF2-40B4-BE49-F238E27FC236}">
                <a16:creationId xmlns:a16="http://schemas.microsoft.com/office/drawing/2014/main" id="{705DEBE0-AA43-42F6-BE95-7D8ABC8C4F4E}"/>
              </a:ext>
            </a:extLst>
          </p:cNvPr>
          <p:cNvSpPr/>
          <p:nvPr/>
        </p:nvSpPr>
        <p:spPr>
          <a:xfrm>
            <a:off x="345595" y="5776259"/>
            <a:ext cx="11545570" cy="574124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TrafficScope</a:t>
            </a:r>
            <a:r>
              <a:rPr lang="en-US" altLang="zh-CN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在多组真实流量数据集上优于现有多种先进方法，相似流内特征、数据污染、流操纵和动态上下文实验也验证了该方法的鲁棒性、稳定性以及跨数据集应用潜力。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6" name="任意多边形: 形状 70">
            <a:extLst>
              <a:ext uri="{FF2B5EF4-FFF2-40B4-BE49-F238E27FC236}">
                <a16:creationId xmlns:a16="http://schemas.microsoft.com/office/drawing/2014/main" id="{8311DB61-8CA4-464E-89A5-C6C5A027897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面向加密流量分类的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小波融合 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B156956-26C0-4208-AF1F-E002A5E13BE6}"/>
              </a:ext>
            </a:extLst>
          </p:cNvPr>
          <p:cNvSpPr txBox="1"/>
          <p:nvPr/>
        </p:nvSpPr>
        <p:spPr>
          <a:xfrm>
            <a:off x="323539" y="6406789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Towards Context-Aware Traffic Classification via Time-Wavelet Fusion Network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KDD 2025,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Artifact Badges Award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A56A9B-2DD3-4067-AB92-C7060A6373B2}"/>
              </a:ext>
            </a:extLst>
          </p:cNvPr>
          <p:cNvSpPr txBox="1"/>
          <p:nvPr/>
        </p:nvSpPr>
        <p:spPr>
          <a:xfrm>
            <a:off x="7697047" y="5396606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关键语义归因解释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145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黑体</vt:lpstr>
      <vt:lpstr>思源黑体 CN Regular</vt:lpstr>
      <vt:lpstr>Microsoft YaHei</vt:lpstr>
      <vt:lpstr>Microsoft YaHei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17</cp:revision>
  <dcterms:created xsi:type="dcterms:W3CDTF">2026-05-19T12:30:22Z</dcterms:created>
  <dcterms:modified xsi:type="dcterms:W3CDTF">2026-05-19T12:59:48Z</dcterms:modified>
</cp:coreProperties>
</file>