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D7CD-F92A-BF7E-B3B9-80EF65D7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k object 19">
            <a:extLst>
              <a:ext uri="{FF2B5EF4-FFF2-40B4-BE49-F238E27FC236}">
                <a16:creationId xmlns:a16="http://schemas.microsoft.com/office/drawing/2014/main" id="{DC64C2D3-1547-7474-583F-43DEFACE45D2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9E445803-DD05-F288-C506-638FFD55CB9A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2D13838-EA04-3600-B2EC-D676C2594ACC}"/>
              </a:ext>
            </a:extLst>
          </p:cNvPr>
          <p:cNvSpPr txBox="1"/>
          <p:nvPr/>
        </p:nvSpPr>
        <p:spPr>
          <a:xfrm>
            <a:off x="1402915" y="115558"/>
            <a:ext cx="8655485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代表成果：常态漂移下云原生系统外部攻击检测基准</a:t>
            </a: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7B917B6A-DC9A-1588-F654-21DC3A553AAC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4AE9F25-9F54-9705-5278-BD149DB5F9CD}"/>
              </a:ext>
            </a:extLst>
          </p:cNvPr>
          <p:cNvSpPr/>
          <p:nvPr/>
        </p:nvSpPr>
        <p:spPr>
          <a:xfrm>
            <a:off x="383706" y="5555757"/>
            <a:ext cx="11398805" cy="956829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通过构建</a:t>
            </a:r>
            <a:r>
              <a:rPr lang="zh-CN" altLang="en-US" sz="20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首个支持三种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云上常态漂移的攻击数据集</a:t>
            </a:r>
            <a:r>
              <a:rPr lang="en-US" altLang="zh-CN" sz="20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CASHift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亿系统调用日志、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种真实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CVE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攻击、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90+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小时记录），系统评估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种攻击检测方法发现漂移导致性能</a:t>
            </a:r>
            <a:r>
              <a:rPr lang="zh-CN" altLang="en-US" sz="20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下降最高</a:t>
            </a:r>
            <a:r>
              <a:rPr lang="en-US" altLang="zh-CN" sz="20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34%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，并验证不确定性驱动的持续学习可</a:t>
            </a:r>
            <a:r>
              <a:rPr lang="zh-CN" altLang="en-US" sz="20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提升检测能力</a:t>
            </a:r>
            <a:r>
              <a:rPr lang="en-US" altLang="zh-CN" sz="20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27%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D91EBB09-B358-1BC4-40DB-A1B425D1FACA}"/>
              </a:ext>
            </a:extLst>
          </p:cNvPr>
          <p:cNvSpPr txBox="1"/>
          <p:nvPr/>
        </p:nvSpPr>
        <p:spPr>
          <a:xfrm>
            <a:off x="440950" y="6534978"/>
            <a:ext cx="11398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400" i="1" dirty="0" err="1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CAShift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: Benchmarking Log-Based Cloud Attack Detection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under Normality Shift.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FSE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2025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 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CCF-A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会议）</a:t>
            </a:r>
            <a:endParaRPr lang="zh-CN" altLang="en-US" sz="1400" i="1" dirty="0">
              <a:solidFill>
                <a:srgbClr val="000000"/>
              </a:solidFill>
              <a:latin typeface="Arial"/>
              <a:ea typeface="黑体" panose="02010609060101010101" charset="-122"/>
            </a:endParaRPr>
          </a:p>
        </p:txBody>
      </p:sp>
      <p:sp>
        <p:nvSpPr>
          <p:cNvPr id="15" name="任意多边形: 形状 70">
            <a:extLst>
              <a:ext uri="{FF2B5EF4-FFF2-40B4-BE49-F238E27FC236}">
                <a16:creationId xmlns:a16="http://schemas.microsoft.com/office/drawing/2014/main" id="{6BA57F0C-1E97-BB9E-F3F7-92C2FC9E7F3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8048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面向常态漂移的云系统攻击检测评估与提升方法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20">
            <a:extLst>
              <a:ext uri="{FF2B5EF4-FFF2-40B4-BE49-F238E27FC236}">
                <a16:creationId xmlns:a16="http://schemas.microsoft.com/office/drawing/2014/main" id="{54456891-D7DD-F111-72C7-D09229A1545F}"/>
              </a:ext>
            </a:extLst>
          </p:cNvPr>
          <p:cNvSpPr txBox="1"/>
          <p:nvPr/>
        </p:nvSpPr>
        <p:spPr>
          <a:xfrm>
            <a:off x="396789" y="4829071"/>
            <a:ext cx="4075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云系统会持续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应用、版本和系统架构变化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，导致数据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训练分布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测试分布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不一致</a:t>
            </a:r>
            <a:endParaRPr lang="zh-CN" altLang="en-US" sz="16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20">
            <a:extLst>
              <a:ext uri="{FF2B5EF4-FFF2-40B4-BE49-F238E27FC236}">
                <a16:creationId xmlns:a16="http://schemas.microsoft.com/office/drawing/2014/main" id="{941FF367-8695-0E7A-BD8F-21A0DE791E85}"/>
              </a:ext>
            </a:extLst>
          </p:cNvPr>
          <p:cNvSpPr txBox="1"/>
          <p:nvPr/>
        </p:nvSpPr>
        <p:spPr>
          <a:xfrm>
            <a:off x="4651103" y="4744849"/>
            <a:ext cx="29345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不同漂移场景下，日志分布明显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偏离原始分布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，模型容易将正常样本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误判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为异常</a:t>
            </a:r>
          </a:p>
        </p:txBody>
      </p:sp>
      <p:sp>
        <p:nvSpPr>
          <p:cNvPr id="18" name="文本框 20">
            <a:extLst>
              <a:ext uri="{FF2B5EF4-FFF2-40B4-BE49-F238E27FC236}">
                <a16:creationId xmlns:a16="http://schemas.microsoft.com/office/drawing/2014/main" id="{FC6BE9EC-ED48-41DC-DA39-13CB4078C09C}"/>
              </a:ext>
            </a:extLst>
          </p:cNvPr>
          <p:cNvSpPr txBox="1"/>
          <p:nvPr/>
        </p:nvSpPr>
        <p:spPr>
          <a:xfrm>
            <a:off x="7851453" y="5075292"/>
            <a:ext cx="4059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系统函数调用频率在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漂移场景中显著变化</a:t>
            </a:r>
            <a:endParaRPr lang="zh-CN" altLang="en-US" sz="16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52CCECB-9B93-E54E-D967-5F832E54B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95" y="2720085"/>
            <a:ext cx="4126942" cy="194048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9CCB553-DFD4-BFA9-3392-F0390727E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656" y="2416984"/>
            <a:ext cx="2379391" cy="225416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A292782-7911-33E7-84B9-D8FCCA088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2789" y="2402930"/>
            <a:ext cx="3876713" cy="2574795"/>
          </a:xfrm>
          <a:prstGeom prst="rect">
            <a:avLst/>
          </a:prstGeom>
        </p:spPr>
      </p:pic>
      <p:sp>
        <p:nvSpPr>
          <p:cNvPr id="13" name="矩形: 圆角 28">
            <a:extLst>
              <a:ext uri="{FF2B5EF4-FFF2-40B4-BE49-F238E27FC236}">
                <a16:creationId xmlns:a16="http://schemas.microsoft.com/office/drawing/2014/main" id="{92A3DEF4-39D9-4755-4122-03F89EBD35DD}"/>
              </a:ext>
            </a:extLst>
          </p:cNvPr>
          <p:cNvSpPr/>
          <p:nvPr/>
        </p:nvSpPr>
        <p:spPr>
          <a:xfrm>
            <a:off x="345874" y="1432180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4" name="文本框 7">
            <a:extLst>
              <a:ext uri="{FF2B5EF4-FFF2-40B4-BE49-F238E27FC236}">
                <a16:creationId xmlns:a16="http://schemas.microsoft.com/office/drawing/2014/main" id="{9920B3EE-DB2C-4AC5-0E90-9BF854A8B8A5}"/>
              </a:ext>
            </a:extLst>
          </p:cNvPr>
          <p:cNvSpPr txBox="1"/>
          <p:nvPr/>
        </p:nvSpPr>
        <p:spPr>
          <a:xfrm>
            <a:off x="522339" y="1510773"/>
            <a:ext cx="11160000" cy="7996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现有云原生系统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频繁更新（应用、版本、系统架构）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导致日志分布发生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常态漂移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，现有基于日志的攻击检测方法在漂移场景下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性能大幅下降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，但缺乏针对多种不同漂移类型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影响理解和解决方案</a:t>
            </a:r>
          </a:p>
        </p:txBody>
      </p:sp>
    </p:spTree>
    <p:extLst>
      <p:ext uri="{BB962C8B-B14F-4D97-AF65-F5344CB8AC3E}">
        <p14:creationId xmlns:p14="http://schemas.microsoft.com/office/powerpoint/2010/main" val="235933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208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24</cp:revision>
  <dcterms:created xsi:type="dcterms:W3CDTF">2026-05-19T12:30:22Z</dcterms:created>
  <dcterms:modified xsi:type="dcterms:W3CDTF">2026-05-22T18:37:31Z</dcterms:modified>
</cp:coreProperties>
</file>