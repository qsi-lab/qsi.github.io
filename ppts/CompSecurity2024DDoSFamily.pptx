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634F83-6D24-4952-ACEE-32F90131B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290" y="2464372"/>
            <a:ext cx="5839615" cy="2359254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92221F7-36B4-4444-BD80-547707791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95" y="2502542"/>
            <a:ext cx="5698002" cy="1668600"/>
          </a:xfrm>
          <a:prstGeom prst="rect">
            <a:avLst/>
          </a:prstGeom>
        </p:spPr>
      </p:pic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6732933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大规模 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DDoS 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攻击族划分与防御优化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20135" y="5295900"/>
            <a:ext cx="11400570" cy="1139539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基于安全厂商和本地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ISP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89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类真实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DDoS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流量，方法构建出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个攻击族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，并用额外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18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类新攻击验证扩展性；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family-level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分类在多种模型上接近二分类精度，例如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FS-Net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达到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99.62% ACC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；防御层面可用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条规则覆盖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类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TCP flood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，其中单条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backward RST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可防御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15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类攻击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，流量清洗中最差良性带宽保持率由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Poseidon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62.5%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提升到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84.32%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，恢复时间由约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6.6s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降至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5.1s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面向海量 </a:t>
            </a:r>
            <a:r>
              <a:rPr lang="en-US" altLang="zh-CN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DDoS 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变体的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攻击族建模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与流量清洗加速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420134" y="6450463"/>
            <a:ext cx="1159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DDoS Family: A Novel Perspective for Massive Types of DDoS Attacks.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(Computers &amp; Security 2024, CCF B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期刊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)</a:t>
            </a:r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1" name="文本框 19">
            <a:extLst>
              <a:ext uri="{FF2B5EF4-FFF2-40B4-BE49-F238E27FC236}">
                <a16:creationId xmlns:a16="http://schemas.microsoft.com/office/drawing/2014/main" id="{8AB882A9-B10F-4585-B6E2-A7DFCEA1E25A}"/>
              </a:ext>
            </a:extLst>
          </p:cNvPr>
          <p:cNvSpPr txBox="1"/>
          <p:nvPr/>
        </p:nvSpPr>
        <p:spPr>
          <a:xfrm>
            <a:off x="585263" y="4169520"/>
            <a:ext cx="521866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提出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DDoS attack family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概念，为每类攻击生成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traffic fingerprint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，并将攻击间相似性建模为图结构，利用交叉执行的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community detection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将相似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DDoS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变体划分为攻击族。</a:t>
            </a:r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现有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DDoS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检测通常为二分类或每种攻击类型：前者难以指导具体防御策略，后者在海量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DDoS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变体下精度下降、标注成本高；同时逐类配置过滤规则会导致规则库膨胀，并造成流量清洗反应慢。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BFABDC-D754-494E-AE67-522D2FE0F1FA}"/>
              </a:ext>
            </a:extLst>
          </p:cNvPr>
          <p:cNvSpPr/>
          <p:nvPr/>
        </p:nvSpPr>
        <p:spPr>
          <a:xfrm>
            <a:off x="6217771" y="4908575"/>
            <a:ext cx="56733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通过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770 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维流量特征刻画时序、流量规模和协议头字段分布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251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48</cp:revision>
  <dcterms:created xsi:type="dcterms:W3CDTF">2026-05-19T12:30:22Z</dcterms:created>
  <dcterms:modified xsi:type="dcterms:W3CDTF">2026-05-20T02:35:03Z</dcterms:modified>
</cp:coreProperties>
</file>