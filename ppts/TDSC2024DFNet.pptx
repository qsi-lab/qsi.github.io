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k object 19">
            <a:extLst>
              <a:ext uri="{FF2B5EF4-FFF2-40B4-BE49-F238E27FC236}">
                <a16:creationId xmlns:a16="http://schemas.microsoft.com/office/drawing/2014/main" id="{2174B2FE-1CA2-4A3B-9497-559A2DF2C285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3" name="bk object 18">
            <a:extLst>
              <a:ext uri="{FF2B5EF4-FFF2-40B4-BE49-F238E27FC236}">
                <a16:creationId xmlns:a16="http://schemas.microsoft.com/office/drawing/2014/main" id="{175745EE-E89D-43C4-931B-3A765821A7E6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39D2C0-BE97-4846-A1DD-C6739B42E71F}"/>
              </a:ext>
            </a:extLst>
          </p:cNvPr>
          <p:cNvSpPr txBox="1"/>
          <p:nvPr/>
        </p:nvSpPr>
        <p:spPr>
          <a:xfrm>
            <a:off x="1402916" y="115558"/>
            <a:ext cx="6032421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kern="100" dirty="0">
                <a:solidFill>
                  <a:prstClr val="black"/>
                </a:solidFill>
                <a:latin typeface="Arial"/>
                <a:ea typeface="微软雅黑"/>
                <a:cs typeface="+mn-ea"/>
                <a:sym typeface="+mn-ea"/>
              </a:rPr>
              <a:t>支持软硬件优化的网络通信技术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文本框 4">
            <a:extLst>
              <a:ext uri="{FF2B5EF4-FFF2-40B4-BE49-F238E27FC236}">
                <a16:creationId xmlns:a16="http://schemas.microsoft.com/office/drawing/2014/main" id="{217D877D-295A-4848-9C1F-EDA537C4A7FC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46" name="矩形: 圆角 28">
            <a:extLst>
              <a:ext uri="{FF2B5EF4-FFF2-40B4-BE49-F238E27FC236}">
                <a16:creationId xmlns:a16="http://schemas.microsoft.com/office/drawing/2014/main" id="{C1B209C2-19D4-4B7D-A22F-9ED1EA76A542}"/>
              </a:ext>
            </a:extLst>
          </p:cNvPr>
          <p:cNvSpPr/>
          <p:nvPr/>
        </p:nvSpPr>
        <p:spPr>
          <a:xfrm>
            <a:off x="345874" y="1430983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47" name="文本框 7">
            <a:extLst>
              <a:ext uri="{FF2B5EF4-FFF2-40B4-BE49-F238E27FC236}">
                <a16:creationId xmlns:a16="http://schemas.microsoft.com/office/drawing/2014/main" id="{3DA8C300-ED96-4481-95C1-B3A7DAF9973F}"/>
              </a:ext>
            </a:extLst>
          </p:cNvPr>
          <p:cNvSpPr txBox="1"/>
          <p:nvPr/>
        </p:nvSpPr>
        <p:spPr>
          <a:xfrm>
            <a:off x="522339" y="1509576"/>
            <a:ext cx="11160000" cy="7996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结合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Intel DPDK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软件数据平面原语。提出一种非协同设计方案，将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ML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模型转化为决策树，进一步转化为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ACL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字节匹配规则。同时，结合优先队列实现定制化的等级制服务。</a:t>
            </a:r>
          </a:p>
        </p:txBody>
      </p:sp>
      <p:sp>
        <p:nvSpPr>
          <p:cNvPr id="48" name="文本框 19">
            <a:extLst>
              <a:ext uri="{FF2B5EF4-FFF2-40B4-BE49-F238E27FC236}">
                <a16:creationId xmlns:a16="http://schemas.microsoft.com/office/drawing/2014/main" id="{6FB7CCF7-B8D5-4E81-9E54-DD7CAB175429}"/>
              </a:ext>
            </a:extLst>
          </p:cNvPr>
          <p:cNvSpPr txBox="1"/>
          <p:nvPr/>
        </p:nvSpPr>
        <p:spPr>
          <a:xfrm>
            <a:off x="1647886" y="5310785"/>
            <a:ext cx="38265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DPDK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的 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ML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模型部署架构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0B5824C-4A89-4591-B764-912AB53AC2A3}"/>
              </a:ext>
            </a:extLst>
          </p:cNvPr>
          <p:cNvSpPr/>
          <p:nvPr/>
        </p:nvSpPr>
        <p:spPr>
          <a:xfrm>
            <a:off x="345595" y="6022759"/>
            <a:ext cx="7200000" cy="394260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实现单端口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40Gbps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吞吐，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微秒级时延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，支持数万条规则部署。</a:t>
            </a:r>
          </a:p>
        </p:txBody>
      </p:sp>
      <p:pic>
        <p:nvPicPr>
          <p:cNvPr id="50" name="图片 24">
            <a:extLst>
              <a:ext uri="{FF2B5EF4-FFF2-40B4-BE49-F238E27FC236}">
                <a16:creationId xmlns:a16="http://schemas.microsoft.com/office/drawing/2014/main" id="{DEF461AC-8893-46F0-98C1-ED32E6811D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11"/>
          <a:stretch>
            <a:fillRect/>
          </a:stretch>
        </p:blipFill>
        <p:spPr>
          <a:xfrm>
            <a:off x="345595" y="2665066"/>
            <a:ext cx="6431125" cy="255907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" name="文本框 25">
            <a:extLst>
              <a:ext uri="{FF2B5EF4-FFF2-40B4-BE49-F238E27FC236}">
                <a16:creationId xmlns:a16="http://schemas.microsoft.com/office/drawing/2014/main" id="{B4B23BD6-BF77-463F-9AD8-259B174813E3}"/>
              </a:ext>
            </a:extLst>
          </p:cNvPr>
          <p:cNvSpPr txBox="1"/>
          <p:nvPr/>
        </p:nvSpPr>
        <p:spPr>
          <a:xfrm>
            <a:off x="7666957" y="5958279"/>
            <a:ext cx="4224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charset="-122"/>
              </a:rPr>
              <a:t>Effective DDoS Mitigation via ML-Driven In-network Traffic Shaping.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TDSC 2024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 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CCF-A 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charset="-122"/>
              </a:rPr>
              <a:t>期刊）</a:t>
            </a:r>
          </a:p>
        </p:txBody>
      </p:sp>
      <p:pic>
        <p:nvPicPr>
          <p:cNvPr id="52" name="图片 21">
            <a:extLst>
              <a:ext uri="{FF2B5EF4-FFF2-40B4-BE49-F238E27FC236}">
                <a16:creationId xmlns:a16="http://schemas.microsoft.com/office/drawing/2014/main" id="{CEC65A33-3099-443D-B73E-8C4AECEDCB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535" y="2830400"/>
            <a:ext cx="4741740" cy="2286514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1E2D80D6-3D64-4C39-B240-7F814AA9CB04}"/>
              </a:ext>
            </a:extLst>
          </p:cNvPr>
          <p:cNvSpPr txBox="1"/>
          <p:nvPr/>
        </p:nvSpPr>
        <p:spPr>
          <a:xfrm>
            <a:off x="8224485" y="5310785"/>
            <a:ext cx="23281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765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系统内核设计与实现</a:t>
            </a:r>
          </a:p>
        </p:txBody>
      </p:sp>
      <p:sp>
        <p:nvSpPr>
          <p:cNvPr id="54" name="任意多边形: 形状 70">
            <a:extLst>
              <a:ext uri="{FF2B5EF4-FFF2-40B4-BE49-F238E27FC236}">
                <a16:creationId xmlns:a16="http://schemas.microsoft.com/office/drawing/2014/main" id="{4C3BCC92-2B3F-4820-8BE8-8B16F4524A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marR="0" lvl="1" indent="0" defTabSz="1466850" eaLnBrk="1" fontAlgn="auto" latinLnBrk="0" hangingPunct="1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软件层面：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基于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Intel DPDK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的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ML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模型部署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4</cp:revision>
  <dcterms:created xsi:type="dcterms:W3CDTF">2026-05-19T12:30:22Z</dcterms:created>
  <dcterms:modified xsi:type="dcterms:W3CDTF">2026-05-19T12:39:52Z</dcterms:modified>
</cp:coreProperties>
</file>