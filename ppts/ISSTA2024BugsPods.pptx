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5" y="115558"/>
            <a:ext cx="8655485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代表成果：云原生容器运行时系统缺陷理解与基准测试</a:t>
            </a: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383706" y="5628416"/>
            <a:ext cx="11398805" cy="807988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通过对四个主流容器运行时的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429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进行分析，构建了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r>
              <a:rPr lang="zh-CN" altLang="en-US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类症状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zh-CN" altLang="en-US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类根因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的缺陷分类体系。揭示现有测试方法仅能检测</a:t>
            </a:r>
            <a:r>
              <a:rPr lang="en-US" altLang="zh-CN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21.2%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的缺陷，并识别出权限提升等</a:t>
            </a:r>
            <a:r>
              <a:rPr lang="en-US" altLang="zh-CN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CRS</a:t>
            </a:r>
            <a:r>
              <a:rPr lang="zh-CN" altLang="en-US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特有高危缺陷类型。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440950" y="6491434"/>
            <a:ext cx="11398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Bugs in Pods: Understanding Bugs in Container Runtime Systems.</a:t>
            </a:r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ISSTA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2024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 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CCF-A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会议）</a:t>
            </a:r>
            <a:endParaRPr lang="zh-CN" altLang="en-US" sz="1400" i="1" dirty="0">
              <a:solidFill>
                <a:srgbClr val="000000"/>
              </a:solidFill>
              <a:latin typeface="Arial"/>
              <a:ea typeface="黑体" panose="02010609060101010101" charset="-122"/>
            </a:endParaRPr>
          </a:p>
        </p:txBody>
      </p:sp>
      <p:sp>
        <p:nvSpPr>
          <p:cNvPr id="16" name="文本框 20">
            <a:extLst>
              <a:ext uri="{FF2B5EF4-FFF2-40B4-BE49-F238E27FC236}">
                <a16:creationId xmlns:a16="http://schemas.microsoft.com/office/drawing/2014/main" id="{60836EBD-2C7F-4FA0-9832-D23B5FDCBDF1}"/>
              </a:ext>
            </a:extLst>
          </p:cNvPr>
          <p:cNvSpPr txBox="1"/>
          <p:nvPr/>
        </p:nvSpPr>
        <p:spPr>
          <a:xfrm>
            <a:off x="1797103" y="4969044"/>
            <a:ext cx="4075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基于提交过滤、人工分类与测试分析的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云容器运行时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缺陷实证研究流程</a:t>
            </a:r>
            <a:endParaRPr lang="zh-CN" altLang="en-US" sz="16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20">
            <a:extLst>
              <a:ext uri="{FF2B5EF4-FFF2-40B4-BE49-F238E27FC236}">
                <a16:creationId xmlns:a16="http://schemas.microsoft.com/office/drawing/2014/main" id="{4BF191C2-7349-4DE3-BB9E-58939D7C48E3}"/>
              </a:ext>
            </a:extLst>
          </p:cNvPr>
          <p:cNvSpPr txBox="1"/>
          <p:nvPr/>
        </p:nvSpPr>
        <p:spPr>
          <a:xfrm>
            <a:off x="7586154" y="4970982"/>
            <a:ext cx="37872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不同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容器运行时协议层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在缺陷症状与根因分布上的差异</a:t>
            </a:r>
          </a:p>
        </p:txBody>
      </p:sp>
      <p:sp>
        <p:nvSpPr>
          <p:cNvPr id="13" name="矩形: 圆角 28">
            <a:extLst>
              <a:ext uri="{FF2B5EF4-FFF2-40B4-BE49-F238E27FC236}">
                <a16:creationId xmlns:a16="http://schemas.microsoft.com/office/drawing/2014/main" id="{0F0D9322-354A-4870-A3DA-B02281DF8F58}"/>
              </a:ext>
            </a:extLst>
          </p:cNvPr>
          <p:cNvSpPr/>
          <p:nvPr/>
        </p:nvSpPr>
        <p:spPr>
          <a:xfrm>
            <a:off x="345874" y="917395"/>
            <a:ext cx="11512931" cy="989210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14" name="文本框 7">
            <a:extLst>
              <a:ext uri="{FF2B5EF4-FFF2-40B4-BE49-F238E27FC236}">
                <a16:creationId xmlns:a16="http://schemas.microsoft.com/office/drawing/2014/main" id="{88C49DF7-ABD8-45EA-B60D-BE4AA5AB5762}"/>
              </a:ext>
            </a:extLst>
          </p:cNvPr>
          <p:cNvSpPr txBox="1"/>
          <p:nvPr/>
        </p:nvSpPr>
        <p:spPr>
          <a:xfrm>
            <a:off x="493795" y="999761"/>
            <a:ext cx="11160000" cy="8083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容器运行时系统（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CRS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是云原生基础设施的核心，但对其缺陷缺乏系统性理解。现有测试方法（单元测试、集成测试、模糊测试）能否有效检测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CRS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中的真实问题？哪些缺陷难以检测？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0C9B9E-E24A-A657-8004-E08076C04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669" y="2046920"/>
            <a:ext cx="3836132" cy="292212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F4E02D0-EF92-DCD2-04E7-B47B58B3E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74" y="2017726"/>
            <a:ext cx="6978206" cy="2922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170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28</cp:revision>
  <dcterms:created xsi:type="dcterms:W3CDTF">2026-05-19T12:30:22Z</dcterms:created>
  <dcterms:modified xsi:type="dcterms:W3CDTF">2026-05-22T18:39:13Z</dcterms:modified>
</cp:coreProperties>
</file>