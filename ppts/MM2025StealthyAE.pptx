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DDEFF1DD-1728-4CF1-9FF7-C42BBC383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96" y="2483592"/>
            <a:ext cx="3603804" cy="214968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7C558DB-F54A-44AE-92F9-4F3E3F86C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181" y="2393641"/>
            <a:ext cx="3976872" cy="155716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7B540D8-26A4-4BE7-80A8-6CC1E1AD9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3964094"/>
            <a:ext cx="4673600" cy="1602892"/>
          </a:xfrm>
          <a:prstGeom prst="rect">
            <a:avLst/>
          </a:prstGeom>
        </p:spPr>
      </p:pic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664797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社交网络传输中的隐蔽对抗样本生成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55695" y="5579985"/>
            <a:ext cx="11365009" cy="855454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Facebook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QQ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WeChat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三类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OSN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ResNet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/Inception/VGG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三种模型和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FGSM/PGD/C&amp;W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三类攻击下，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Stealthy-AE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OSN-AE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成功率最高可达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99.73%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；相比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种 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SOTA 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方法，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成功率提升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4%-97%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，且面对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多种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AE 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检测器时检测率最低仅 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31.9%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，表现出更强隐蔽性。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利用 </a:t>
            </a:r>
            <a:r>
              <a:rPr lang="en-US" altLang="zh-CN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OSN 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图像处理管线激活的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隐蔽对抗样本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攻击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420134" y="6450463"/>
            <a:ext cx="11595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Stealthy-AE: Generating Stealthy Adversarial Examples through Online Social Networks.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(ACM MM 2025,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)</a:t>
            </a:r>
            <a:endParaRPr lang="zh-CN" altLang="en-US" sz="1400" i="1" dirty="0">
              <a:solidFill>
                <a:srgbClr val="FF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本文首次提出 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Stealthy AE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：图像在上传前表现为正常样本，但经过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Facebook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QQ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WeChat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等社交网络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处理后被“激活”为对抗样本。</a:t>
            </a:r>
          </a:p>
        </p:txBody>
      </p:sp>
      <p:sp>
        <p:nvSpPr>
          <p:cNvPr id="15" name="文本框 20">
            <a:extLst>
              <a:ext uri="{FF2B5EF4-FFF2-40B4-BE49-F238E27FC236}">
                <a16:creationId xmlns:a16="http://schemas.microsoft.com/office/drawing/2014/main" id="{645D9392-731F-48C6-BBDB-EA66B09E095A}"/>
              </a:ext>
            </a:extLst>
          </p:cNvPr>
          <p:cNvSpPr txBox="1"/>
          <p:nvPr/>
        </p:nvSpPr>
        <p:spPr>
          <a:xfrm>
            <a:off x="558861" y="4691132"/>
            <a:ext cx="30650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真实数据链路中的压缩和转换会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改变样本特征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，使原本正常样本在后续处理后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变为异常样本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20">
            <a:extLst>
              <a:ext uri="{FF2B5EF4-FFF2-40B4-BE49-F238E27FC236}">
                <a16:creationId xmlns:a16="http://schemas.microsoft.com/office/drawing/2014/main" id="{6EF1162F-4576-4F9E-830B-F908972DB106}"/>
              </a:ext>
            </a:extLst>
          </p:cNvPr>
          <p:cNvSpPr txBox="1"/>
          <p:nvPr/>
        </p:nvSpPr>
        <p:spPr>
          <a:xfrm>
            <a:off x="4412309" y="2588204"/>
            <a:ext cx="33673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联合建模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传输过程与判别模型，在“传输前正常、传输后异常”的约束下生成困难样本。</a:t>
            </a:r>
            <a:endParaRPr lang="zh-CN" altLang="en-US" sz="16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20">
            <a:extLst>
              <a:ext uri="{FF2B5EF4-FFF2-40B4-BE49-F238E27FC236}">
                <a16:creationId xmlns:a16="http://schemas.microsoft.com/office/drawing/2014/main" id="{F4A03847-F66D-4D8E-AE9A-36431B63287E}"/>
              </a:ext>
            </a:extLst>
          </p:cNvPr>
          <p:cNvSpPr txBox="1"/>
          <p:nvPr/>
        </p:nvSpPr>
        <p:spPr>
          <a:xfrm>
            <a:off x="8698799" y="4525816"/>
            <a:ext cx="32479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可微 </a:t>
            </a:r>
            <a:r>
              <a:rPr lang="en-US" altLang="zh-CN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JPEG 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层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扩散模型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模拟真实数据变换，为端到端鲁棒优化提供</a:t>
            </a:r>
            <a:r>
              <a:rPr lang="zh-CN" altLang="en-US" sz="16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可训练扰动环境</a:t>
            </a:r>
            <a:r>
              <a:rPr lang="zh-CN" altLang="en-US" sz="16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225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48</cp:revision>
  <dcterms:created xsi:type="dcterms:W3CDTF">2026-05-19T12:30:22Z</dcterms:created>
  <dcterms:modified xsi:type="dcterms:W3CDTF">2026-05-20T03:46:43Z</dcterms:modified>
</cp:coreProperties>
</file>