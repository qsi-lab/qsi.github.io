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AACCBC22-FD92-4C05-98AE-1B7C15C8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69" y="2010026"/>
            <a:ext cx="4613756" cy="309508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E5FCE2B-0C61-4D56-AE54-6E3C8D0B0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852" y="2091158"/>
            <a:ext cx="5441949" cy="3079067"/>
          </a:xfrm>
          <a:prstGeom prst="rect">
            <a:avLst/>
          </a:prstGeom>
        </p:spPr>
      </p:pic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6955750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代表成果：时间感知量子硬件主动校准与智能调度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24" name="矩形: 圆角 28">
            <a:extLst>
              <a:ext uri="{FF2B5EF4-FFF2-40B4-BE49-F238E27FC236}">
                <a16:creationId xmlns:a16="http://schemas.microsoft.com/office/drawing/2014/main" id="{9E2056F6-8FD3-4CC8-B9C9-DEEE5850BFFB}"/>
              </a:ext>
            </a:extLst>
          </p:cNvPr>
          <p:cNvSpPr/>
          <p:nvPr/>
        </p:nvSpPr>
        <p:spPr>
          <a:xfrm>
            <a:off x="345874" y="1418574"/>
            <a:ext cx="11512931" cy="584775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5" name="文本框 7">
            <a:extLst>
              <a:ext uri="{FF2B5EF4-FFF2-40B4-BE49-F238E27FC236}">
                <a16:creationId xmlns:a16="http://schemas.microsoft.com/office/drawing/2014/main" id="{A1A8A1A7-C29B-4740-9FC6-74293508424C}"/>
              </a:ext>
            </a:extLst>
          </p:cNvPr>
          <p:cNvSpPr txBox="1"/>
          <p:nvPr/>
        </p:nvSpPr>
        <p:spPr>
          <a:xfrm>
            <a:off x="522339" y="1497167"/>
            <a:ext cx="111600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传统固定周期校准难以适应参数漂移和多任务资源冲突，导致校准开销高、系统可用性下降。</a:t>
            </a:r>
          </a:p>
        </p:txBody>
      </p:sp>
      <p:sp>
        <p:nvSpPr>
          <p:cNvPr id="26" name="矩形 18">
            <a:extLst>
              <a:ext uri="{FF2B5EF4-FFF2-40B4-BE49-F238E27FC236}">
                <a16:creationId xmlns:a16="http://schemas.microsoft.com/office/drawing/2014/main" id="{323D7E49-3796-417D-BEA3-BC64C21937DD}"/>
              </a:ext>
            </a:extLst>
          </p:cNvPr>
          <p:cNvSpPr/>
          <p:nvPr/>
        </p:nvSpPr>
        <p:spPr>
          <a:xfrm>
            <a:off x="345595" y="5550111"/>
            <a:ext cx="11545570" cy="813019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TAAC 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与 </a:t>
            </a: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Reinforcement Learning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，实现多比特量子系统主动校准，校准时间：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310 → 182 min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（↓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41%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MTBC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7.5 → 14.5 h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（≈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2×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 吞吐率：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8.3 → 16.2 exp/h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（≈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2×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b="1" kern="0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: 形状 70">
            <a:extLst>
              <a:ext uri="{FF2B5EF4-FFF2-40B4-BE49-F238E27FC236}">
                <a16:creationId xmlns:a16="http://schemas.microsoft.com/office/drawing/2014/main" id="{D172942D-ADF2-4BCE-AE11-0D5D06256B7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面向多量子比特系统的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时感知主动校准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智能调度</a:t>
            </a:r>
            <a:endParaRPr lang="zh-CN" altLang="en-US" sz="24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95FD64B1-DED8-4332-A355-E001CE557883}"/>
              </a:ext>
            </a:extLst>
          </p:cNvPr>
          <p:cNvSpPr txBox="1"/>
          <p:nvPr/>
        </p:nvSpPr>
        <p:spPr>
          <a:xfrm>
            <a:off x="345595" y="6370028"/>
            <a:ext cx="1172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Time-Aware Active Calibration and Scheduling for N-Qubit Systems via Bayesian Optimization and Reinforcement Learning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DAC 2026,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9" name="文本框 19">
            <a:extLst>
              <a:ext uri="{FF2B5EF4-FFF2-40B4-BE49-F238E27FC236}">
                <a16:creationId xmlns:a16="http://schemas.microsoft.com/office/drawing/2014/main" id="{61790C30-C0E4-4D03-B224-64823CB8E85B}"/>
              </a:ext>
            </a:extLst>
          </p:cNvPr>
          <p:cNvSpPr txBox="1"/>
          <p:nvPr/>
        </p:nvSpPr>
        <p:spPr>
          <a:xfrm>
            <a:off x="788975" y="5123748"/>
            <a:ext cx="4145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DAG + BO + RL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实现自适应闭环校准</a:t>
            </a:r>
          </a:p>
        </p:txBody>
      </p:sp>
      <p:sp>
        <p:nvSpPr>
          <p:cNvPr id="33" name="文本框 19">
            <a:extLst>
              <a:ext uri="{FF2B5EF4-FFF2-40B4-BE49-F238E27FC236}">
                <a16:creationId xmlns:a16="http://schemas.microsoft.com/office/drawing/2014/main" id="{3426F75C-E34D-4DA6-814B-C5C771210CB6}"/>
              </a:ext>
            </a:extLst>
          </p:cNvPr>
          <p:cNvSpPr txBox="1"/>
          <p:nvPr/>
        </p:nvSpPr>
        <p:spPr>
          <a:xfrm>
            <a:off x="6688351" y="5104971"/>
            <a:ext cx="3790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/>
              <a:t>降低校准开销提升系统可用性</a:t>
            </a:r>
            <a:endParaRPr lang="zh-CN" altLang="en-US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137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21</cp:revision>
  <dcterms:created xsi:type="dcterms:W3CDTF">2026-05-19T12:30:22Z</dcterms:created>
  <dcterms:modified xsi:type="dcterms:W3CDTF">2026-08-07T17:47:22Z</dcterms:modified>
</cp:coreProperties>
</file>