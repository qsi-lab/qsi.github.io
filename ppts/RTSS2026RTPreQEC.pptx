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480131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代表成果：实时量子纠错译码调度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15" name="矩形: 圆角 28">
            <a:extLst>
              <a:ext uri="{FF2B5EF4-FFF2-40B4-BE49-F238E27FC236}">
                <a16:creationId xmlns:a16="http://schemas.microsoft.com/office/drawing/2014/main" id="{035D6184-BBC9-4FC5-9ADB-C2F75A0A32A8}"/>
              </a:ext>
            </a:extLst>
          </p:cNvPr>
          <p:cNvSpPr/>
          <p:nvPr/>
        </p:nvSpPr>
        <p:spPr>
          <a:xfrm>
            <a:off x="345874" y="141857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6" name="文本框 7">
            <a:extLst>
              <a:ext uri="{FF2B5EF4-FFF2-40B4-BE49-F238E27FC236}">
                <a16:creationId xmlns:a16="http://schemas.microsoft.com/office/drawing/2014/main" id="{2F3C0011-E794-4AC2-ACD5-4B29F3D44A5F}"/>
              </a:ext>
            </a:extLst>
          </p:cNvPr>
          <p:cNvSpPr txBox="1"/>
          <p:nvPr/>
        </p:nvSpPr>
        <p:spPr>
          <a:xfrm>
            <a:off x="522339" y="149716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现有实时量子纠错方法难以兼顾译码精度与实时性，在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高错误率或计算资源受限场景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下容易产生译码截止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期限违约（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Deadline Miss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）和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Pauli Frame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积压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，影响量子计算系统的可靠运行。</a:t>
            </a:r>
          </a:p>
        </p:txBody>
      </p:sp>
      <p:sp>
        <p:nvSpPr>
          <p:cNvPr id="17" name="矩形 18">
            <a:extLst>
              <a:ext uri="{FF2B5EF4-FFF2-40B4-BE49-F238E27FC236}">
                <a16:creationId xmlns:a16="http://schemas.microsoft.com/office/drawing/2014/main" id="{B145BB87-A43F-4764-B1CC-E536AABECFB2}"/>
              </a:ext>
            </a:extLst>
          </p:cNvPr>
          <p:cNvSpPr/>
          <p:nvPr/>
        </p:nvSpPr>
        <p:spPr>
          <a:xfrm>
            <a:off x="345595" y="5550111"/>
            <a:ext cx="11545570" cy="813019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RT-</a:t>
            </a:r>
            <a:r>
              <a:rPr lang="en-US" altLang="zh-CN" sz="16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PreQEC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在保证译码精度的同时，将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p99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响应时间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降低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76.5%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435.4→102.4 </a:t>
            </a:r>
            <a:r>
              <a:rPr lang="en-US" altLang="zh-CN" sz="16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μs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），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Deadline Miss Ratio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降低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67.2%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23.15%→7.60%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），并将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Logical Error Rate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控制在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0.33%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，显著优于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传统固定译码策略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，实现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实时量子纠错性能与可靠性的协同优化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1" kern="0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: 形状 70">
            <a:extLst>
              <a:ext uri="{FF2B5EF4-FFF2-40B4-BE49-F238E27FC236}">
                <a16:creationId xmlns:a16="http://schemas.microsoft.com/office/drawing/2014/main" id="{CA2016CA-AE67-4774-B0E8-C67D3233CE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面向实时量子纠错的认证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选择性译码调度</a:t>
            </a:r>
            <a:endParaRPr lang="zh-CN" altLang="en-US" sz="24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25">
            <a:extLst>
              <a:ext uri="{FF2B5EF4-FFF2-40B4-BE49-F238E27FC236}">
                <a16:creationId xmlns:a16="http://schemas.microsoft.com/office/drawing/2014/main" id="{C2FC586C-114F-4529-93C6-A415E834FD13}"/>
              </a:ext>
            </a:extLst>
          </p:cNvPr>
          <p:cNvSpPr txBox="1"/>
          <p:nvPr/>
        </p:nvSpPr>
        <p:spPr>
          <a:xfrm>
            <a:off x="288445" y="6370028"/>
            <a:ext cx="1172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RT-</a:t>
            </a:r>
            <a:r>
              <a:rPr lang="en-US" altLang="zh-CN" sz="1400" i="1" dirty="0" err="1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PreQEC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：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Selective Real-Time Quantum Error Correction via Priority-Aware Decoding Scheduling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RTSS 2026,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会议） 浙大近十年首篇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49233CF-3BE4-4057-BE8E-3BF58E66C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476" y="2621313"/>
            <a:ext cx="6271469" cy="253048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AD8283B-5FA6-4C9D-815F-659A1798E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03" y="2573022"/>
            <a:ext cx="3228956" cy="2928799"/>
          </a:xfrm>
          <a:prstGeom prst="rect">
            <a:avLst/>
          </a:prstGeom>
        </p:spPr>
      </p:pic>
      <p:sp>
        <p:nvSpPr>
          <p:cNvPr id="22" name="文本框 19">
            <a:extLst>
              <a:ext uri="{FF2B5EF4-FFF2-40B4-BE49-F238E27FC236}">
                <a16:creationId xmlns:a16="http://schemas.microsoft.com/office/drawing/2014/main" id="{9C2D6533-96E0-4FBE-AE1E-3BE62897493F}"/>
              </a:ext>
            </a:extLst>
          </p:cNvPr>
          <p:cNvSpPr txBox="1"/>
          <p:nvPr/>
        </p:nvSpPr>
        <p:spPr>
          <a:xfrm>
            <a:off x="1326213" y="5159846"/>
            <a:ext cx="4646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基于优先级动态调度实现选择性译码</a:t>
            </a: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0D1FE2A8-65F3-4C22-A80D-E25F7CA2D994}"/>
              </a:ext>
            </a:extLst>
          </p:cNvPr>
          <p:cNvSpPr txBox="1"/>
          <p:nvPr/>
        </p:nvSpPr>
        <p:spPr>
          <a:xfrm>
            <a:off x="10371628" y="2817876"/>
            <a:ext cx="7392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显著降低译码时延并保持极低逻辑错误率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164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19</cp:revision>
  <dcterms:created xsi:type="dcterms:W3CDTF">2026-05-19T12:30:22Z</dcterms:created>
  <dcterms:modified xsi:type="dcterms:W3CDTF">2026-08-07T17:40:41Z</dcterms:modified>
</cp:coreProperties>
</file>