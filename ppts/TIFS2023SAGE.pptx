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F746E641-D721-4978-B632-96CAFE6CD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2" t="2863" b="2208"/>
          <a:stretch/>
        </p:blipFill>
        <p:spPr>
          <a:xfrm>
            <a:off x="390990" y="2438561"/>
            <a:ext cx="9128916" cy="2565496"/>
          </a:xfrm>
          <a:prstGeom prst="rect">
            <a:avLst/>
          </a:prstGeom>
        </p:spPr>
      </p:pic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480131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黑盒对抗样本生成加速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93795" y="5162475"/>
            <a:ext cx="7917388" cy="1043581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MNIST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CIFAR10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ImageNet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上，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SAGE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可加速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HSJA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NES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AutoZOOM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等多种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SOTA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黑盒攻击，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通常减少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20%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以上查询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，对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score-based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攻击可减少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60%+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查询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；并在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Google Cloud Vision API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上验证了真实场景可用性。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显著区域引导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的黑盒对抗攻击加速框架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432834" y="6418713"/>
            <a:ext cx="1159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SAGE: Steering the Adversarial Generation of Examples With Accelerations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TIFS 2023,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期刊）</a:t>
            </a: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F851F652-D5A5-417A-BBBB-EF142C5F73DB}"/>
              </a:ext>
            </a:extLst>
          </p:cNvPr>
          <p:cNvSpPr txBox="1"/>
          <p:nvPr/>
        </p:nvSpPr>
        <p:spPr>
          <a:xfrm>
            <a:off x="9519636" y="2665629"/>
            <a:ext cx="23124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SAGE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利用目标物体的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bounding box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近似捕获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saliency map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中最关键的显著像素，并设计两个加速模块</a:t>
            </a:r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现有黑盒对抗攻击由于缺乏模型梯度和结构信息，通常需要大量查询来估计搜索方向或沿决策边界迭代，导致攻击成本高、暴露风险大，在真实 </a:t>
            </a:r>
            <a:r>
              <a:rPr lang="en-US" altLang="zh-CN" sz="2000" b="1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MLaaS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/API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场景中难以高效应用。</a:t>
            </a:r>
          </a:p>
        </p:txBody>
      </p:sp>
      <p:sp>
        <p:nvSpPr>
          <p:cNvPr id="21" name="文本框 19">
            <a:extLst>
              <a:ext uri="{FF2B5EF4-FFF2-40B4-BE49-F238E27FC236}">
                <a16:creationId xmlns:a16="http://schemas.microsoft.com/office/drawing/2014/main" id="{8AB882A9-B10F-4585-B6E2-A7DFCEA1E25A}"/>
              </a:ext>
            </a:extLst>
          </p:cNvPr>
          <p:cNvSpPr txBox="1"/>
          <p:nvPr/>
        </p:nvSpPr>
        <p:spPr>
          <a:xfrm>
            <a:off x="9047158" y="4432328"/>
            <a:ext cx="2887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显著区域定向搜索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1BADD86-4481-4E1A-A6B0-8CD961555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5539" y="4854463"/>
            <a:ext cx="3343266" cy="160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165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36</cp:revision>
  <dcterms:created xsi:type="dcterms:W3CDTF">2026-05-19T12:30:22Z</dcterms:created>
  <dcterms:modified xsi:type="dcterms:W3CDTF">2026-05-20T01:47:15Z</dcterms:modified>
</cp:coreProperties>
</file>