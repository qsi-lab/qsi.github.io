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5211683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代表成果：转发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计算一体化数据平面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41" name="矩形: 圆角 28">
            <a:extLst>
              <a:ext uri="{FF2B5EF4-FFF2-40B4-BE49-F238E27FC236}">
                <a16:creationId xmlns:a16="http://schemas.microsoft.com/office/drawing/2014/main" id="{C02080F0-A257-4CAF-9810-F4AEB7B73437}"/>
              </a:ext>
            </a:extLst>
          </p:cNvPr>
          <p:cNvSpPr/>
          <p:nvPr/>
        </p:nvSpPr>
        <p:spPr>
          <a:xfrm>
            <a:off x="345874" y="141857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42" name="文本框 7">
            <a:extLst>
              <a:ext uri="{FF2B5EF4-FFF2-40B4-BE49-F238E27FC236}">
                <a16:creationId xmlns:a16="http://schemas.microsoft.com/office/drawing/2014/main" id="{A861E8FF-4019-4A98-B033-E89A78306F1B}"/>
              </a:ext>
            </a:extLst>
          </p:cNvPr>
          <p:cNvSpPr txBox="1"/>
          <p:nvPr/>
        </p:nvSpPr>
        <p:spPr>
          <a:xfrm>
            <a:off x="522339" y="149716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多路径路由是网络通信中场景的问题，其可能发生在复杂拓扑场景、也可能由链路故障或链路拥塞而诱发。多路径路由现象会直接导致某些交换机节点观测的流量不全，从而分析错误。</a:t>
            </a:r>
          </a:p>
        </p:txBody>
      </p:sp>
      <p:sp>
        <p:nvSpPr>
          <p:cNvPr id="43" name="文本框 19">
            <a:extLst>
              <a:ext uri="{FF2B5EF4-FFF2-40B4-BE49-F238E27FC236}">
                <a16:creationId xmlns:a16="http://schemas.microsoft.com/office/drawing/2014/main" id="{F51242CF-4517-40ED-BC87-84A3AE27FB94}"/>
              </a:ext>
            </a:extLst>
          </p:cNvPr>
          <p:cNvSpPr txBox="1"/>
          <p:nvPr/>
        </p:nvSpPr>
        <p:spPr>
          <a:xfrm>
            <a:off x="590606" y="5395480"/>
            <a:ext cx="3826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交换机链路故障示意图</a:t>
            </a: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38F9BF7F-8A96-44EE-9B0F-32A82359AEDB}"/>
              </a:ext>
            </a:extLst>
          </p:cNvPr>
          <p:cNvSpPr txBox="1"/>
          <p:nvPr/>
        </p:nvSpPr>
        <p:spPr>
          <a:xfrm>
            <a:off x="4469274" y="5322037"/>
            <a:ext cx="4729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真实场景存在多路径路由</a:t>
            </a:r>
          </a:p>
        </p:txBody>
      </p:sp>
      <p:sp>
        <p:nvSpPr>
          <p:cNvPr id="45" name="矩形 18">
            <a:extLst>
              <a:ext uri="{FF2B5EF4-FFF2-40B4-BE49-F238E27FC236}">
                <a16:creationId xmlns:a16="http://schemas.microsoft.com/office/drawing/2014/main" id="{705DEBE0-AA43-42F6-BE95-7D8ABC8C4F4E}"/>
              </a:ext>
            </a:extLst>
          </p:cNvPr>
          <p:cNvSpPr/>
          <p:nvPr/>
        </p:nvSpPr>
        <p:spPr>
          <a:xfrm>
            <a:off x="345595" y="5994733"/>
            <a:ext cx="7200000" cy="631103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基于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Flowlet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粒度来进行转发和计算，实现高效负载均衡的同时，支持鲁棒的流量分析，即使在多路径路由场景下。</a:t>
            </a:r>
          </a:p>
        </p:txBody>
      </p:sp>
      <p:sp>
        <p:nvSpPr>
          <p:cNvPr id="46" name="任意多边形: 形状 70">
            <a:extLst>
              <a:ext uri="{FF2B5EF4-FFF2-40B4-BE49-F238E27FC236}">
                <a16:creationId xmlns:a16="http://schemas.microsoft.com/office/drawing/2014/main" id="{8311DB61-8CA4-464E-89A5-C6C5A027897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算法层面：</a:t>
            </a:r>
            <a:r>
              <a:rPr kumimoji="0" lang="zh-CN" altLang="en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多路径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路由场景下的网内流量分析模型部署</a:t>
            </a:r>
          </a:p>
        </p:txBody>
      </p:sp>
      <p:sp>
        <p:nvSpPr>
          <p:cNvPr id="47" name="文本框 25">
            <a:extLst>
              <a:ext uri="{FF2B5EF4-FFF2-40B4-BE49-F238E27FC236}">
                <a16:creationId xmlns:a16="http://schemas.microsoft.com/office/drawing/2014/main" id="{2B156956-26C0-4208-AF1F-E002A5E13BE6}"/>
              </a:ext>
            </a:extLst>
          </p:cNvPr>
          <p:cNvSpPr txBox="1"/>
          <p:nvPr/>
        </p:nvSpPr>
        <p:spPr>
          <a:xfrm>
            <a:off x="7666957" y="5925953"/>
            <a:ext cx="44031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Verify All Traffic: Towards Zero-Trust In-Network Intrusion Detection against Multipath Routing. </a:t>
            </a:r>
          </a:p>
          <a:p>
            <a:pPr defTabSz="913765"/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JSAC 2025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CCF-A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期刊，</a:t>
            </a:r>
            <a:r>
              <a:rPr lang="en-US" altLang="zh-CN" sz="1400" b="1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IF=17.2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）</a:t>
            </a:r>
          </a:p>
        </p:txBody>
      </p:sp>
      <p:pic>
        <p:nvPicPr>
          <p:cNvPr id="48" name="图片 21">
            <a:extLst>
              <a:ext uri="{FF2B5EF4-FFF2-40B4-BE49-F238E27FC236}">
                <a16:creationId xmlns:a16="http://schemas.microsoft.com/office/drawing/2014/main" id="{E0618D9D-F481-4DC9-808B-BA43683AD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467" y="2875989"/>
            <a:ext cx="3380650" cy="2222711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FAB8AB11-9E94-4727-AF72-01E0B0FADF0B}"/>
              </a:ext>
            </a:extLst>
          </p:cNvPr>
          <p:cNvSpPr txBox="1"/>
          <p:nvPr/>
        </p:nvSpPr>
        <p:spPr>
          <a:xfrm>
            <a:off x="199545" y="4094416"/>
            <a:ext cx="1832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26262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交换机示意图</a:t>
            </a:r>
            <a:endParaRPr lang="en-US" altLang="zh-CN" dirty="0">
              <a:solidFill>
                <a:srgbClr val="26262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链路故障</a:t>
            </a:r>
            <a:endParaRPr lang="zh-CN" altLang="en-US" dirty="0">
              <a:solidFill>
                <a:srgbClr val="FF0000"/>
              </a:solidFill>
              <a:latin typeface="Arial"/>
            </a:endParaRP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43CD200A-2CDA-40E4-A616-B0C0082CA6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113" y="2843153"/>
            <a:ext cx="3291773" cy="2288381"/>
          </a:xfrm>
          <a:prstGeom prst="rect">
            <a:avLst/>
          </a:prstGeom>
        </p:spPr>
      </p:pic>
      <p:sp>
        <p:nvSpPr>
          <p:cNvPr id="51" name="文本框 20">
            <a:extLst>
              <a:ext uri="{FF2B5EF4-FFF2-40B4-BE49-F238E27FC236}">
                <a16:creationId xmlns:a16="http://schemas.microsoft.com/office/drawing/2014/main" id="{AF695E85-E5EA-4240-80F4-EB618DB7B006}"/>
              </a:ext>
            </a:extLst>
          </p:cNvPr>
          <p:cNvSpPr txBox="1"/>
          <p:nvPr/>
        </p:nvSpPr>
        <p:spPr>
          <a:xfrm>
            <a:off x="8591072" y="5315253"/>
            <a:ext cx="33221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计算集成化数据平面</a:t>
            </a:r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DF2AA351-B198-4507-ABB8-416283521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47" y="1757365"/>
            <a:ext cx="5278034" cy="383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等线 Light</vt:lpstr>
      <vt:lpstr>黑体</vt:lpstr>
      <vt:lpstr>华文楷体</vt:lpstr>
      <vt:lpstr>思源黑体 CN Regular</vt:lpstr>
      <vt:lpstr>Microsoft YaHei</vt:lpstr>
      <vt:lpstr>Microsoft YaHei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7</cp:revision>
  <dcterms:created xsi:type="dcterms:W3CDTF">2026-05-19T12:30:22Z</dcterms:created>
  <dcterms:modified xsi:type="dcterms:W3CDTF">2026-05-19T12:45:39Z</dcterms:modified>
</cp:coreProperties>
</file>