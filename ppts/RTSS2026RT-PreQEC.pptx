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25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3BA97-FC1F-84AA-2E3E-820ECF837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0FC709-DE37-6D28-E9F2-F21924D08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5C50BE-DF7E-B3DE-F59E-0B4A066C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6167F-62DD-841F-17CB-543D430A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F56E5-3918-BC7C-6C2D-E6C572D1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56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A9541-059A-BD60-B883-80F1C88A3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D3805C-B39A-E6DD-881C-06FAF1363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A35CEB-FC02-5521-46E4-A2F926DCB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0CD38-ACD2-1FF0-7C2F-6FA595D0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F61649-404F-3DB7-3724-F698E391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21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6C4F2-9DB4-4606-25AB-578F9F2D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F9F4A9-C6BF-7186-0EC8-8A626D132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7B901E-7038-4184-7E9C-8B8F9D203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D5FC1-13F4-1FE3-3115-EA3FE87B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8F0342-6532-2B09-59DD-916AAF49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58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FDB53-A14C-50E5-FBCB-0A2C3F62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694D4-13F4-5E7A-1944-21E587016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52BBDE-5533-755E-C203-CCE746D3D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DB25CD-F45D-09D4-3A99-0BD73420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38EADD-DED4-C6C1-39EB-65D425FD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7BC24-7A71-045C-20FF-1819BDC5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70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280BC-5F26-5564-C881-9CDCC7AE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312A7F-A3F5-D87C-5E81-9E2D79C11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36D89A-D015-13BD-6B0B-D678D09FF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C35253-15CA-1257-A22F-730F9DB1DE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A28828-E07E-596E-1F50-6E798B3B4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E955C8-60F7-948C-A33E-642C63D1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AE7EA7-62C2-2D35-327B-CD8774F3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E2D143-D830-A4DF-7376-E3939868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48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4D7D7-4FE4-9548-4F90-90B3F378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6F0773-A572-17FB-53BC-3ADCB99F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CB2F96-C34E-3A5B-F961-9D7C5314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9EDF0F-08A8-9AC8-3F80-88699B8E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64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9DBFAC-7D99-0AC0-469C-84CF6B3C8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E66619-A1E2-A180-A23B-835EC2C6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84012E-121D-8377-4CFB-CBA03B1F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441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F397A-3BB2-F9A9-8298-5049D91E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1551F0-3C3A-7A72-EC0B-B07803773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29B241-360F-6504-7CE3-92CADCFD9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4CDCD4-0AE1-8411-9CB1-3CF5B0CB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D53636-56DC-F8C8-8A63-092DD6690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DD4C97-622D-44D9-A6DE-706EF936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475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E19A8-9633-727C-4420-00FDBB97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0121F8-C3C5-A505-059F-EE276A004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E10329-F978-1058-CFF7-FE12DCED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7FA057-607A-F0A6-8D5C-2DC9B9F0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1A0A08-C1ED-A0E6-06AE-CD30CA12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9CC00B-354B-D3BC-400E-4E4B43C7D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8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142D8-6247-8618-7DDD-2F3B6632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5C293B-8222-8D37-AF2C-52165C33D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F4614D-DD27-E59E-661B-F2428A32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E3CE01-1DF0-C277-FBC2-8B95A804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E280CD-8C39-ECEF-46FF-49947882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16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E5DB08-D7A8-A2BE-6560-8A9AE2B20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06F687-C5C2-B00A-7F99-011BD25ED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B66C3D-7BED-2C19-84D4-910D3988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97DC8-FB9A-1954-B89C-3B0D1434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B9166-6042-E6B3-9901-09AC9AFD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75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74FABC-DACA-8449-08D9-BFDA46DA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2A82F-175D-7F48-844B-51A9C12AB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5CFF1B-7F7F-8320-BE18-361F9C3EF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3C51C-A5D1-434D-9898-1C79205B8D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A219B-A985-12FA-A625-905A455E9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0C53C-DB8C-6C56-98AE-61F25CFCE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0E38F-B2FC-436A-B3F7-119D1E5F5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0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480131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代表成果：实时量子纠错译码调度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41" name="矩形: 圆角 28">
            <a:extLst>
              <a:ext uri="{FF2B5EF4-FFF2-40B4-BE49-F238E27FC236}">
                <a16:creationId xmlns:a16="http://schemas.microsoft.com/office/drawing/2014/main" id="{C02080F0-A257-4CAF-9810-F4AEB7B73437}"/>
              </a:ext>
            </a:extLst>
          </p:cNvPr>
          <p:cNvSpPr/>
          <p:nvPr/>
        </p:nvSpPr>
        <p:spPr>
          <a:xfrm>
            <a:off x="345874" y="141857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42" name="文本框 7">
            <a:extLst>
              <a:ext uri="{FF2B5EF4-FFF2-40B4-BE49-F238E27FC236}">
                <a16:creationId xmlns:a16="http://schemas.microsoft.com/office/drawing/2014/main" id="{A861E8FF-4019-4A98-B033-E89A78306F1B}"/>
              </a:ext>
            </a:extLst>
          </p:cNvPr>
          <p:cNvSpPr txBox="1"/>
          <p:nvPr/>
        </p:nvSpPr>
        <p:spPr>
          <a:xfrm>
            <a:off x="522339" y="149716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现有实时量子纠错方法难以兼顾译码精度与实时性，在高错误率或计算资源受限场景下容易产生译码截止期限违约（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deadline miss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）和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Pauli Frame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积压，影响量子计算系统的可靠运行。</a:t>
            </a:r>
          </a:p>
        </p:txBody>
      </p:sp>
      <p:sp>
        <p:nvSpPr>
          <p:cNvPr id="45" name="矩形 18">
            <a:extLst>
              <a:ext uri="{FF2B5EF4-FFF2-40B4-BE49-F238E27FC236}">
                <a16:creationId xmlns:a16="http://schemas.microsoft.com/office/drawing/2014/main" id="{705DEBE0-AA43-42F6-BE95-7D8ABC8C4F4E}"/>
              </a:ext>
            </a:extLst>
          </p:cNvPr>
          <p:cNvSpPr/>
          <p:nvPr/>
        </p:nvSpPr>
        <p:spPr>
          <a:xfrm>
            <a:off x="345595" y="5550111"/>
            <a:ext cx="11545570" cy="813019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RT-</a:t>
            </a:r>
            <a:r>
              <a:rPr lang="en-US" altLang="zh-CN" sz="16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PreQEC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在保证译码精度的同时，将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p99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响应时间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降低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76.5%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435.4→102.4 </a:t>
            </a:r>
            <a:r>
              <a:rPr lang="en-US" altLang="zh-CN" sz="16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μs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），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Deadline Miss Ratio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降低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67.2%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23.15%→7.60%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），并将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Logical Error Rate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控制在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0.33%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，显著优于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传统固定译码策略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，实现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实时量子纠错性能与可靠性的协同优化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1" kern="0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: 形状 70">
            <a:extLst>
              <a:ext uri="{FF2B5EF4-FFF2-40B4-BE49-F238E27FC236}">
                <a16:creationId xmlns:a16="http://schemas.microsoft.com/office/drawing/2014/main" id="{8311DB61-8CA4-464E-89A5-C6C5A027897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面向实时量子纠错的认证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选择性译码调度</a:t>
            </a:r>
            <a:endParaRPr lang="zh-CN" altLang="en-US" sz="24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2B156956-26C0-4208-AF1F-E002A5E13BE6}"/>
              </a:ext>
            </a:extLst>
          </p:cNvPr>
          <p:cNvSpPr txBox="1"/>
          <p:nvPr/>
        </p:nvSpPr>
        <p:spPr>
          <a:xfrm>
            <a:off x="345595" y="6370028"/>
            <a:ext cx="1172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RT-</a:t>
            </a:r>
            <a:r>
              <a:rPr lang="en-US" altLang="zh-CN" sz="1400" i="1" dirty="0" err="1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PreQEC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：</a:t>
            </a:r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Selective Real-Time Quantum Error Correction via Priority-Aware Decoding Scheduling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RTSS 2026,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会议）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B55958-C98D-5B93-D09F-1C05C0D4B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476" y="2621313"/>
            <a:ext cx="6271469" cy="25304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050491-D3D0-FC6F-F8B1-571C5849A3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203" y="2573022"/>
            <a:ext cx="3228956" cy="2928799"/>
          </a:xfrm>
          <a:prstGeom prst="rect">
            <a:avLst/>
          </a:prstGeom>
        </p:spPr>
      </p:pic>
      <p:sp>
        <p:nvSpPr>
          <p:cNvPr id="7" name="文本框 19">
            <a:extLst>
              <a:ext uri="{FF2B5EF4-FFF2-40B4-BE49-F238E27FC236}">
                <a16:creationId xmlns:a16="http://schemas.microsoft.com/office/drawing/2014/main" id="{4DE04DD9-FCC4-28C7-5D4D-E8C8D470DE1B}"/>
              </a:ext>
            </a:extLst>
          </p:cNvPr>
          <p:cNvSpPr txBox="1"/>
          <p:nvPr/>
        </p:nvSpPr>
        <p:spPr>
          <a:xfrm>
            <a:off x="1326213" y="5159846"/>
            <a:ext cx="46469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基于优先级动态调度实现选择性译码</a:t>
            </a:r>
          </a:p>
        </p:txBody>
      </p:sp>
      <p:sp>
        <p:nvSpPr>
          <p:cNvPr id="9" name="文本框 19">
            <a:extLst>
              <a:ext uri="{FF2B5EF4-FFF2-40B4-BE49-F238E27FC236}">
                <a16:creationId xmlns:a16="http://schemas.microsoft.com/office/drawing/2014/main" id="{D424445B-96E6-F82C-265D-B7B407616455}"/>
              </a:ext>
            </a:extLst>
          </p:cNvPr>
          <p:cNvSpPr txBox="1"/>
          <p:nvPr/>
        </p:nvSpPr>
        <p:spPr>
          <a:xfrm>
            <a:off x="10371628" y="2817876"/>
            <a:ext cx="7392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显著降低译码时延并保持极低逻辑错误率</a:t>
            </a:r>
          </a:p>
        </p:txBody>
      </p:sp>
    </p:spTree>
    <p:extLst>
      <p:ext uri="{BB962C8B-B14F-4D97-AF65-F5344CB8AC3E}">
        <p14:creationId xmlns:p14="http://schemas.microsoft.com/office/powerpoint/2010/main" val="10406400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251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Roboto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xl ye</dc:creator>
  <cp:lastModifiedBy>xl ye</cp:lastModifiedBy>
  <cp:revision>6</cp:revision>
  <dcterms:created xsi:type="dcterms:W3CDTF">2026-08-07T14:27:32Z</dcterms:created>
  <dcterms:modified xsi:type="dcterms:W3CDTF">2026-08-07T15:13:30Z</dcterms:modified>
</cp:coreProperties>
</file>